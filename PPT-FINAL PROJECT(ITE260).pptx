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hewy" charset="1" panose="02000000000000000000"/>
      <p:regular r:id="rId10"/>
    </p:embeddedFont>
    <p:embeddedFont>
      <p:font typeface="Kurale" charset="1" panose="020B06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6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544549">
            <a:off x="-833715" y="-1371461"/>
            <a:ext cx="3724830" cy="4510451"/>
          </a:xfrm>
          <a:custGeom>
            <a:avLst/>
            <a:gdLst/>
            <a:ahLst/>
            <a:cxnLst/>
            <a:rect r="r" b="b" t="t" l="l"/>
            <a:pathLst>
              <a:path h="4510451" w="3724830">
                <a:moveTo>
                  <a:pt x="0" y="0"/>
                </a:moveTo>
                <a:lnTo>
                  <a:pt x="3724830" y="0"/>
                </a:lnTo>
                <a:lnTo>
                  <a:pt x="3724830" y="4510451"/>
                </a:lnTo>
                <a:lnTo>
                  <a:pt x="0" y="4510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2950" y="1264096"/>
            <a:ext cx="15402101" cy="7758808"/>
          </a:xfrm>
          <a:custGeom>
            <a:avLst/>
            <a:gdLst/>
            <a:ahLst/>
            <a:cxnLst/>
            <a:rect r="r" b="b" t="t" l="l"/>
            <a:pathLst>
              <a:path h="7758808" w="15402101">
                <a:moveTo>
                  <a:pt x="0" y="0"/>
                </a:moveTo>
                <a:lnTo>
                  <a:pt x="15402100" y="0"/>
                </a:lnTo>
                <a:lnTo>
                  <a:pt x="15402100" y="7758808"/>
                </a:lnTo>
                <a:lnTo>
                  <a:pt x="0" y="7758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7887" y="8938205"/>
            <a:ext cx="19592065" cy="15039338"/>
          </a:xfrm>
          <a:custGeom>
            <a:avLst/>
            <a:gdLst/>
            <a:ahLst/>
            <a:cxnLst/>
            <a:rect r="r" b="b" t="t" l="l"/>
            <a:pathLst>
              <a:path h="15039338" w="19592065">
                <a:moveTo>
                  <a:pt x="0" y="0"/>
                </a:moveTo>
                <a:lnTo>
                  <a:pt x="19592065" y="0"/>
                </a:lnTo>
                <a:lnTo>
                  <a:pt x="19592065" y="15039338"/>
                </a:lnTo>
                <a:lnTo>
                  <a:pt x="0" y="150393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87" t="0" r="-4087" b="-4080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35803" y="6890224"/>
            <a:ext cx="2423497" cy="2521515"/>
          </a:xfrm>
          <a:custGeom>
            <a:avLst/>
            <a:gdLst/>
            <a:ahLst/>
            <a:cxnLst/>
            <a:rect r="r" b="b" t="t" l="l"/>
            <a:pathLst>
              <a:path h="2521515" w="2423497">
                <a:moveTo>
                  <a:pt x="0" y="0"/>
                </a:moveTo>
                <a:lnTo>
                  <a:pt x="2423497" y="0"/>
                </a:lnTo>
                <a:lnTo>
                  <a:pt x="2423497" y="2521515"/>
                </a:lnTo>
                <a:lnTo>
                  <a:pt x="0" y="25215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812" y="1392722"/>
            <a:ext cx="2495360" cy="2596285"/>
          </a:xfrm>
          <a:custGeom>
            <a:avLst/>
            <a:gdLst/>
            <a:ahLst/>
            <a:cxnLst/>
            <a:rect r="r" b="b" t="t" l="l"/>
            <a:pathLst>
              <a:path h="2596285" w="2495360">
                <a:moveTo>
                  <a:pt x="0" y="0"/>
                </a:moveTo>
                <a:lnTo>
                  <a:pt x="2495360" y="0"/>
                </a:lnTo>
                <a:lnTo>
                  <a:pt x="2495360" y="2596285"/>
                </a:lnTo>
                <a:lnTo>
                  <a:pt x="0" y="25962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776899" y="6890224"/>
            <a:ext cx="4734202" cy="749780"/>
            <a:chOff x="0" y="0"/>
            <a:chExt cx="1246868" cy="1974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6868" cy="197473"/>
            </a:xfrm>
            <a:custGeom>
              <a:avLst/>
              <a:gdLst/>
              <a:ahLst/>
              <a:cxnLst/>
              <a:rect r="r" b="b" t="t" l="l"/>
              <a:pathLst>
                <a:path h="197473" w="1246868">
                  <a:moveTo>
                    <a:pt x="37612" y="0"/>
                  </a:moveTo>
                  <a:lnTo>
                    <a:pt x="1209256" y="0"/>
                  </a:lnTo>
                  <a:cubicBezTo>
                    <a:pt x="1230028" y="0"/>
                    <a:pt x="1246868" y="16840"/>
                    <a:pt x="1246868" y="37612"/>
                  </a:cubicBezTo>
                  <a:lnTo>
                    <a:pt x="1246868" y="159861"/>
                  </a:lnTo>
                  <a:cubicBezTo>
                    <a:pt x="1246868" y="180633"/>
                    <a:pt x="1230028" y="197473"/>
                    <a:pt x="1209256" y="197473"/>
                  </a:cubicBezTo>
                  <a:lnTo>
                    <a:pt x="37612" y="197473"/>
                  </a:lnTo>
                  <a:cubicBezTo>
                    <a:pt x="16840" y="197473"/>
                    <a:pt x="0" y="180633"/>
                    <a:pt x="0" y="159861"/>
                  </a:cubicBezTo>
                  <a:lnTo>
                    <a:pt x="0" y="37612"/>
                  </a:lnTo>
                  <a:cubicBezTo>
                    <a:pt x="0" y="16840"/>
                    <a:pt x="16840" y="0"/>
                    <a:pt x="37612" y="0"/>
                  </a:cubicBezTo>
                  <a:close/>
                </a:path>
              </a:pathLst>
            </a:custGeom>
            <a:solidFill>
              <a:srgbClr val="FFBCB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46868" cy="235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489761">
            <a:off x="16076627" y="-814126"/>
            <a:ext cx="3432483" cy="4156443"/>
          </a:xfrm>
          <a:custGeom>
            <a:avLst/>
            <a:gdLst/>
            <a:ahLst/>
            <a:cxnLst/>
            <a:rect r="r" b="b" t="t" l="l"/>
            <a:pathLst>
              <a:path h="4156443" w="3432483">
                <a:moveTo>
                  <a:pt x="0" y="0"/>
                </a:moveTo>
                <a:lnTo>
                  <a:pt x="3432483" y="0"/>
                </a:lnTo>
                <a:lnTo>
                  <a:pt x="3432483" y="4156443"/>
                </a:lnTo>
                <a:lnTo>
                  <a:pt x="0" y="4156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85190" y="2918437"/>
            <a:ext cx="13405910" cy="222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58"/>
              </a:lnSpc>
            </a:pPr>
            <a:r>
              <a:rPr lang="en-US" sz="12899">
                <a:solidFill>
                  <a:srgbClr val="620000"/>
                </a:solidFill>
                <a:latin typeface="Chewy"/>
                <a:ea typeface="Chewy"/>
                <a:cs typeface="Chewy"/>
                <a:sym typeface="Chewy"/>
              </a:rPr>
              <a:t>Calendar Remindeer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71809" y="5249349"/>
            <a:ext cx="734438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20000"/>
                </a:solidFill>
                <a:latin typeface="Kurale"/>
                <a:ea typeface="Kurale"/>
                <a:cs typeface="Kurale"/>
                <a:sym typeface="Kurale"/>
              </a:rPr>
              <a:t>Prepared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47467" y="6933327"/>
            <a:ext cx="41930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620000"/>
                </a:solidFill>
                <a:latin typeface="Chewy"/>
                <a:ea typeface="Chewy"/>
                <a:cs typeface="Chewy"/>
                <a:sym typeface="Chewy"/>
              </a:rPr>
              <a:t>Group 7| BSIT1-20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15954" y="6041212"/>
            <a:ext cx="734438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20000"/>
                </a:solidFill>
                <a:latin typeface="Kurale"/>
                <a:ea typeface="Kurale"/>
                <a:cs typeface="Kurale"/>
                <a:sym typeface="Kurale"/>
              </a:rPr>
              <a:t>Balajadia, Celino, Guevarra, Isiderio, &amp; Pesito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520" y="0"/>
            <a:ext cx="9744030" cy="9402989"/>
          </a:xfrm>
          <a:custGeom>
            <a:avLst/>
            <a:gdLst/>
            <a:ahLst/>
            <a:cxnLst/>
            <a:rect r="r" b="b" t="t" l="l"/>
            <a:pathLst>
              <a:path h="9402989" w="9744030">
                <a:moveTo>
                  <a:pt x="0" y="0"/>
                </a:moveTo>
                <a:lnTo>
                  <a:pt x="9744030" y="0"/>
                </a:lnTo>
                <a:lnTo>
                  <a:pt x="9744030" y="9402989"/>
                </a:lnTo>
                <a:lnTo>
                  <a:pt x="0" y="9402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20572" y="290140"/>
            <a:ext cx="7315200" cy="877824"/>
          </a:xfrm>
          <a:custGeom>
            <a:avLst/>
            <a:gdLst/>
            <a:ahLst/>
            <a:cxnLst/>
            <a:rect r="r" b="b" t="t" l="l"/>
            <a:pathLst>
              <a:path h="877824" w="7315200">
                <a:moveTo>
                  <a:pt x="0" y="0"/>
                </a:moveTo>
                <a:lnTo>
                  <a:pt x="7315200" y="0"/>
                </a:lnTo>
                <a:lnTo>
                  <a:pt x="7315200" y="877824"/>
                </a:lnTo>
                <a:lnTo>
                  <a:pt x="0" y="877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8324247" y="851161"/>
            <a:ext cx="9744030" cy="9402989"/>
          </a:xfrm>
          <a:custGeom>
            <a:avLst/>
            <a:gdLst/>
            <a:ahLst/>
            <a:cxnLst/>
            <a:rect r="r" b="b" t="t" l="l"/>
            <a:pathLst>
              <a:path h="9402989" w="9744030">
                <a:moveTo>
                  <a:pt x="9744029" y="9402988"/>
                </a:moveTo>
                <a:lnTo>
                  <a:pt x="0" y="9402988"/>
                </a:lnTo>
                <a:lnTo>
                  <a:pt x="0" y="0"/>
                </a:lnTo>
                <a:lnTo>
                  <a:pt x="9744029" y="0"/>
                </a:lnTo>
                <a:lnTo>
                  <a:pt x="9744029" y="9402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7938" y="7862453"/>
            <a:ext cx="1579806" cy="1987178"/>
          </a:xfrm>
          <a:custGeom>
            <a:avLst/>
            <a:gdLst/>
            <a:ahLst/>
            <a:cxnLst/>
            <a:rect r="r" b="b" t="t" l="l"/>
            <a:pathLst>
              <a:path h="1987178" w="1579806">
                <a:moveTo>
                  <a:pt x="0" y="0"/>
                </a:moveTo>
                <a:lnTo>
                  <a:pt x="1579806" y="0"/>
                </a:lnTo>
                <a:lnTo>
                  <a:pt x="1579806" y="1987177"/>
                </a:lnTo>
                <a:lnTo>
                  <a:pt x="0" y="1987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25956" y="1866298"/>
            <a:ext cx="13436089" cy="6554403"/>
          </a:xfrm>
          <a:custGeom>
            <a:avLst/>
            <a:gdLst/>
            <a:ahLst/>
            <a:cxnLst/>
            <a:rect r="r" b="b" t="t" l="l"/>
            <a:pathLst>
              <a:path h="6554403" w="13436089">
                <a:moveTo>
                  <a:pt x="0" y="0"/>
                </a:moveTo>
                <a:lnTo>
                  <a:pt x="13436088" y="0"/>
                </a:lnTo>
                <a:lnTo>
                  <a:pt x="13436088" y="6554404"/>
                </a:lnTo>
                <a:lnTo>
                  <a:pt x="0" y="65544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104" r="0" b="-1706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32867" y="2071091"/>
            <a:ext cx="11822266" cy="575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4"/>
              </a:lnSpc>
              <a:spcBef>
                <a:spcPct val="0"/>
              </a:spcBef>
            </a:pPr>
            <a:r>
              <a:rPr lang="en-US" sz="5103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Description</a:t>
            </a:r>
          </a:p>
          <a:p>
            <a:pPr algn="l" marL="993802" indent="-496901" lvl="1">
              <a:lnSpc>
                <a:spcPts val="6444"/>
              </a:lnSpc>
              <a:spcBef>
                <a:spcPct val="0"/>
              </a:spcBef>
              <a:buFont typeface="Arial"/>
              <a:buChar char="•"/>
            </a:pPr>
            <a:r>
              <a:rPr lang="en-US" sz="4603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  A simple program created using Python.</a:t>
            </a:r>
          </a:p>
          <a:p>
            <a:pPr algn="l" marL="993802" indent="-496901" lvl="1">
              <a:lnSpc>
                <a:spcPts val="6444"/>
              </a:lnSpc>
              <a:spcBef>
                <a:spcPct val="0"/>
              </a:spcBef>
              <a:buFont typeface="Arial"/>
              <a:buChar char="•"/>
            </a:pPr>
            <a:r>
              <a:rPr lang="en-US" sz="4603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 Purpose: help users to list and manage their important date &amp; time.</a:t>
            </a:r>
          </a:p>
          <a:p>
            <a:pPr algn="l" marL="993802" indent="-496901" lvl="1">
              <a:lnSpc>
                <a:spcPts val="6444"/>
              </a:lnSpc>
              <a:spcBef>
                <a:spcPct val="0"/>
              </a:spcBef>
              <a:buFont typeface="Arial"/>
              <a:buChar char="•"/>
            </a:pPr>
            <a:r>
              <a:rPr lang="en-US" sz="4603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 Console-based application — easy to use.</a:t>
            </a:r>
          </a:p>
          <a:p>
            <a:pPr algn="l" marL="993802" indent="-496901" lvl="1">
              <a:lnSpc>
                <a:spcPts val="6444"/>
              </a:lnSpc>
              <a:spcBef>
                <a:spcPct val="0"/>
              </a:spcBef>
              <a:buFont typeface="Arial"/>
              <a:buChar char="•"/>
            </a:pPr>
            <a:r>
              <a:rPr lang="en-US" sz="4603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 Has four primary feature: add, view, delete, and search reminder.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009047" y="8971806"/>
            <a:ext cx="7315200" cy="877824"/>
          </a:xfrm>
          <a:custGeom>
            <a:avLst/>
            <a:gdLst/>
            <a:ahLst/>
            <a:cxnLst/>
            <a:rect r="r" b="b" t="t" l="l"/>
            <a:pathLst>
              <a:path h="877824" w="7315200">
                <a:moveTo>
                  <a:pt x="7315200" y="0"/>
                </a:moveTo>
                <a:lnTo>
                  <a:pt x="0" y="0"/>
                </a:lnTo>
                <a:lnTo>
                  <a:pt x="0" y="877824"/>
                </a:lnTo>
                <a:lnTo>
                  <a:pt x="7315200" y="87782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5555770" y="1166754"/>
            <a:ext cx="4458725" cy="4628217"/>
          </a:xfrm>
          <a:custGeom>
            <a:avLst/>
            <a:gdLst/>
            <a:ahLst/>
            <a:cxnLst/>
            <a:rect r="r" b="b" t="t" l="l"/>
            <a:pathLst>
              <a:path h="4628217" w="4458725">
                <a:moveTo>
                  <a:pt x="0" y="0"/>
                </a:moveTo>
                <a:lnTo>
                  <a:pt x="4458725" y="0"/>
                </a:lnTo>
                <a:lnTo>
                  <a:pt x="4458725" y="4628217"/>
                </a:lnTo>
                <a:lnTo>
                  <a:pt x="0" y="4628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182" t="-56632" r="-60436" b="-183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10209" y="4680730"/>
            <a:ext cx="5577791" cy="5802920"/>
          </a:xfrm>
          <a:custGeom>
            <a:avLst/>
            <a:gdLst/>
            <a:ahLst/>
            <a:cxnLst/>
            <a:rect r="r" b="b" t="t" l="l"/>
            <a:pathLst>
              <a:path h="5802920" w="5577791">
                <a:moveTo>
                  <a:pt x="0" y="0"/>
                </a:moveTo>
                <a:lnTo>
                  <a:pt x="5577791" y="0"/>
                </a:lnTo>
                <a:lnTo>
                  <a:pt x="5577791" y="5802920"/>
                </a:lnTo>
                <a:lnTo>
                  <a:pt x="0" y="5802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57" r="0" b="-85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-3502594" y="-516697"/>
            <a:ext cx="8097873" cy="8097873"/>
          </a:xfrm>
          <a:custGeom>
            <a:avLst/>
            <a:gdLst/>
            <a:ahLst/>
            <a:cxnLst/>
            <a:rect r="r" b="b" t="t" l="l"/>
            <a:pathLst>
              <a:path h="8097873" w="8097873">
                <a:moveTo>
                  <a:pt x="0" y="0"/>
                </a:moveTo>
                <a:lnTo>
                  <a:pt x="8097873" y="0"/>
                </a:lnTo>
                <a:lnTo>
                  <a:pt x="8097873" y="8097873"/>
                </a:lnTo>
                <a:lnTo>
                  <a:pt x="0" y="8097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3538728" cy="4114800"/>
          </a:xfrm>
          <a:custGeom>
            <a:avLst/>
            <a:gdLst/>
            <a:ahLst/>
            <a:cxnLst/>
            <a:rect r="r" b="b" t="t" l="l"/>
            <a:pathLst>
              <a:path h="4114800" w="3538728">
                <a:moveTo>
                  <a:pt x="0" y="4114800"/>
                </a:moveTo>
                <a:lnTo>
                  <a:pt x="3538728" y="4114800"/>
                </a:lnTo>
                <a:lnTo>
                  <a:pt x="353872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1428" y="1172422"/>
            <a:ext cx="13082152" cy="7664939"/>
          </a:xfrm>
          <a:custGeom>
            <a:avLst/>
            <a:gdLst/>
            <a:ahLst/>
            <a:cxnLst/>
            <a:rect r="r" b="b" t="t" l="l"/>
            <a:pathLst>
              <a:path h="7664939" w="13082152">
                <a:moveTo>
                  <a:pt x="0" y="0"/>
                </a:moveTo>
                <a:lnTo>
                  <a:pt x="13082152" y="0"/>
                </a:lnTo>
                <a:lnTo>
                  <a:pt x="13082152" y="7664939"/>
                </a:lnTo>
                <a:lnTo>
                  <a:pt x="0" y="76649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94" r="0" b="-378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5453067" y="-4443358"/>
            <a:ext cx="9962290" cy="9962290"/>
          </a:xfrm>
          <a:custGeom>
            <a:avLst/>
            <a:gdLst/>
            <a:ahLst/>
            <a:cxnLst/>
            <a:rect r="r" b="b" t="t" l="l"/>
            <a:pathLst>
              <a:path h="9962290" w="9962290">
                <a:moveTo>
                  <a:pt x="0" y="0"/>
                </a:moveTo>
                <a:lnTo>
                  <a:pt x="9962291" y="0"/>
                </a:lnTo>
                <a:lnTo>
                  <a:pt x="9962291" y="9962290"/>
                </a:lnTo>
                <a:lnTo>
                  <a:pt x="0" y="9962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58007" y="-398912"/>
            <a:ext cx="2441216" cy="2855224"/>
          </a:xfrm>
          <a:custGeom>
            <a:avLst/>
            <a:gdLst/>
            <a:ahLst/>
            <a:cxnLst/>
            <a:rect r="r" b="b" t="t" l="l"/>
            <a:pathLst>
              <a:path h="2855224" w="2441216">
                <a:moveTo>
                  <a:pt x="0" y="0"/>
                </a:moveTo>
                <a:lnTo>
                  <a:pt x="2441217" y="0"/>
                </a:lnTo>
                <a:lnTo>
                  <a:pt x="2441217" y="2855224"/>
                </a:lnTo>
                <a:lnTo>
                  <a:pt x="0" y="2855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91428" y="1028700"/>
            <a:ext cx="1897215" cy="1679036"/>
          </a:xfrm>
          <a:custGeom>
            <a:avLst/>
            <a:gdLst/>
            <a:ahLst/>
            <a:cxnLst/>
            <a:rect r="r" b="b" t="t" l="l"/>
            <a:pathLst>
              <a:path h="1679036" w="1897215">
                <a:moveTo>
                  <a:pt x="0" y="0"/>
                </a:moveTo>
                <a:lnTo>
                  <a:pt x="1897215" y="0"/>
                </a:lnTo>
                <a:lnTo>
                  <a:pt x="1897215" y="1679036"/>
                </a:lnTo>
                <a:lnTo>
                  <a:pt x="0" y="16790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2105923" y="5243411"/>
            <a:ext cx="8860589" cy="8860589"/>
          </a:xfrm>
          <a:custGeom>
            <a:avLst/>
            <a:gdLst/>
            <a:ahLst/>
            <a:cxnLst/>
            <a:rect r="r" b="b" t="t" l="l"/>
            <a:pathLst>
              <a:path h="8860589" w="8860589">
                <a:moveTo>
                  <a:pt x="0" y="0"/>
                </a:moveTo>
                <a:lnTo>
                  <a:pt x="8860589" y="0"/>
                </a:lnTo>
                <a:lnTo>
                  <a:pt x="8860589" y="8860589"/>
                </a:lnTo>
                <a:lnTo>
                  <a:pt x="0" y="886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034028" y="7560460"/>
            <a:ext cx="4125456" cy="3795419"/>
          </a:xfrm>
          <a:custGeom>
            <a:avLst/>
            <a:gdLst/>
            <a:ahLst/>
            <a:cxnLst/>
            <a:rect r="r" b="b" t="t" l="l"/>
            <a:pathLst>
              <a:path h="3795419" w="4125456">
                <a:moveTo>
                  <a:pt x="0" y="0"/>
                </a:moveTo>
                <a:lnTo>
                  <a:pt x="4125456" y="0"/>
                </a:lnTo>
                <a:lnTo>
                  <a:pt x="4125456" y="3795420"/>
                </a:lnTo>
                <a:lnTo>
                  <a:pt x="0" y="37954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0278" y="8026101"/>
            <a:ext cx="1579806" cy="1987178"/>
          </a:xfrm>
          <a:custGeom>
            <a:avLst/>
            <a:gdLst/>
            <a:ahLst/>
            <a:cxnLst/>
            <a:rect r="r" b="b" t="t" l="l"/>
            <a:pathLst>
              <a:path h="1987178" w="1579806">
                <a:moveTo>
                  <a:pt x="0" y="0"/>
                </a:moveTo>
                <a:lnTo>
                  <a:pt x="1579807" y="0"/>
                </a:lnTo>
                <a:lnTo>
                  <a:pt x="1579807" y="1987178"/>
                </a:lnTo>
                <a:lnTo>
                  <a:pt x="0" y="19871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63642" y="1808798"/>
            <a:ext cx="10737725" cy="649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Objectives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General Objective: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To develop a Calendar Reminder.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Specific Objectives: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1. Create a program that allow users to store information like date, time, and reminder notes.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2. Can show a list of all listed reminders in order and clear way.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Kurale"/>
                <a:ea typeface="Kurale"/>
                <a:cs typeface="Kurale"/>
                <a:sym typeface="Kurale"/>
              </a:rPr>
              <a:t>3. Can delete reminders that’s not needed by the users to maintain list order.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3752216" y="1249666"/>
            <a:ext cx="8281490" cy="8281490"/>
          </a:xfrm>
          <a:custGeom>
            <a:avLst/>
            <a:gdLst/>
            <a:ahLst/>
            <a:cxnLst/>
            <a:rect r="r" b="b" t="t" l="l"/>
            <a:pathLst>
              <a:path h="8281490" w="8281490">
                <a:moveTo>
                  <a:pt x="0" y="0"/>
                </a:moveTo>
                <a:lnTo>
                  <a:pt x="8281490" y="0"/>
                </a:lnTo>
                <a:lnTo>
                  <a:pt x="8281490" y="8281490"/>
                </a:lnTo>
                <a:lnTo>
                  <a:pt x="0" y="8281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3760203" y="752420"/>
            <a:ext cx="8281490" cy="8281490"/>
          </a:xfrm>
          <a:custGeom>
            <a:avLst/>
            <a:gdLst/>
            <a:ahLst/>
            <a:cxnLst/>
            <a:rect r="r" b="b" t="t" l="l"/>
            <a:pathLst>
              <a:path h="8281490" w="8281490">
                <a:moveTo>
                  <a:pt x="0" y="0"/>
                </a:moveTo>
                <a:lnTo>
                  <a:pt x="8281490" y="0"/>
                </a:lnTo>
                <a:lnTo>
                  <a:pt x="8281490" y="8281490"/>
                </a:lnTo>
                <a:lnTo>
                  <a:pt x="0" y="8281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2700000">
            <a:off x="2366571" y="-3863626"/>
            <a:ext cx="8281490" cy="8281490"/>
          </a:xfrm>
          <a:custGeom>
            <a:avLst/>
            <a:gdLst/>
            <a:ahLst/>
            <a:cxnLst/>
            <a:rect r="r" b="b" t="t" l="l"/>
            <a:pathLst>
              <a:path h="8281490" w="8281490">
                <a:moveTo>
                  <a:pt x="0" y="8281490"/>
                </a:moveTo>
                <a:lnTo>
                  <a:pt x="8281490" y="8281490"/>
                </a:lnTo>
                <a:lnTo>
                  <a:pt x="8281490" y="0"/>
                </a:lnTo>
                <a:lnTo>
                  <a:pt x="0" y="0"/>
                </a:lnTo>
                <a:lnTo>
                  <a:pt x="0" y="82814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2700000">
            <a:off x="2366571" y="5848789"/>
            <a:ext cx="8281490" cy="8281490"/>
          </a:xfrm>
          <a:custGeom>
            <a:avLst/>
            <a:gdLst/>
            <a:ahLst/>
            <a:cxnLst/>
            <a:rect r="r" b="b" t="t" l="l"/>
            <a:pathLst>
              <a:path h="8281490" w="8281490">
                <a:moveTo>
                  <a:pt x="8281490" y="0"/>
                </a:moveTo>
                <a:lnTo>
                  <a:pt x="0" y="0"/>
                </a:lnTo>
                <a:lnTo>
                  <a:pt x="0" y="8281490"/>
                </a:lnTo>
                <a:lnTo>
                  <a:pt x="8281490" y="8281490"/>
                </a:lnTo>
                <a:lnTo>
                  <a:pt x="82814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2700000">
            <a:off x="12927263" y="-1671680"/>
            <a:ext cx="3966174" cy="3899350"/>
          </a:xfrm>
          <a:custGeom>
            <a:avLst/>
            <a:gdLst/>
            <a:ahLst/>
            <a:cxnLst/>
            <a:rect r="r" b="b" t="t" l="l"/>
            <a:pathLst>
              <a:path h="3899350" w="3966174">
                <a:moveTo>
                  <a:pt x="3966174" y="0"/>
                </a:moveTo>
                <a:lnTo>
                  <a:pt x="0" y="0"/>
                </a:lnTo>
                <a:lnTo>
                  <a:pt x="0" y="3899350"/>
                </a:lnTo>
                <a:lnTo>
                  <a:pt x="3966174" y="3899350"/>
                </a:lnTo>
                <a:lnTo>
                  <a:pt x="3966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2381" r="-108802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700000">
            <a:off x="12927263" y="8087484"/>
            <a:ext cx="3966174" cy="3899350"/>
          </a:xfrm>
          <a:custGeom>
            <a:avLst/>
            <a:gdLst/>
            <a:ahLst/>
            <a:cxnLst/>
            <a:rect r="r" b="b" t="t" l="l"/>
            <a:pathLst>
              <a:path h="3899350" w="3966174">
                <a:moveTo>
                  <a:pt x="3966174" y="0"/>
                </a:moveTo>
                <a:lnTo>
                  <a:pt x="0" y="0"/>
                </a:lnTo>
                <a:lnTo>
                  <a:pt x="0" y="3899350"/>
                </a:lnTo>
                <a:lnTo>
                  <a:pt x="3966174" y="3899350"/>
                </a:lnTo>
                <a:lnTo>
                  <a:pt x="3966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2381" r="-10880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57493" y="7758389"/>
            <a:ext cx="3515726" cy="3605873"/>
          </a:xfrm>
          <a:custGeom>
            <a:avLst/>
            <a:gdLst/>
            <a:ahLst/>
            <a:cxnLst/>
            <a:rect r="r" b="b" t="t" l="l"/>
            <a:pathLst>
              <a:path h="3605873" w="3515726">
                <a:moveTo>
                  <a:pt x="0" y="0"/>
                </a:moveTo>
                <a:lnTo>
                  <a:pt x="3515726" y="0"/>
                </a:lnTo>
                <a:lnTo>
                  <a:pt x="3515726" y="3605873"/>
                </a:lnTo>
                <a:lnTo>
                  <a:pt x="0" y="360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39132" y="-1062832"/>
            <a:ext cx="3515726" cy="3605873"/>
          </a:xfrm>
          <a:custGeom>
            <a:avLst/>
            <a:gdLst/>
            <a:ahLst/>
            <a:cxnLst/>
            <a:rect r="r" b="b" t="t" l="l"/>
            <a:pathLst>
              <a:path h="3605873" w="3515726">
                <a:moveTo>
                  <a:pt x="0" y="0"/>
                </a:moveTo>
                <a:lnTo>
                  <a:pt x="3515727" y="0"/>
                </a:lnTo>
                <a:lnTo>
                  <a:pt x="3515727" y="3605873"/>
                </a:lnTo>
                <a:lnTo>
                  <a:pt x="0" y="360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08235" y="816305"/>
            <a:ext cx="2987092" cy="1704544"/>
            <a:chOff x="0" y="0"/>
            <a:chExt cx="812800" cy="4638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63813"/>
            </a:xfrm>
            <a:custGeom>
              <a:avLst/>
              <a:gdLst/>
              <a:ahLst/>
              <a:cxnLst/>
              <a:rect r="r" b="b" t="t" l="l"/>
              <a:pathLst>
                <a:path h="463813" w="812800">
                  <a:moveTo>
                    <a:pt x="609600" y="0"/>
                  </a:moveTo>
                  <a:cubicBezTo>
                    <a:pt x="721824" y="0"/>
                    <a:pt x="812800" y="103828"/>
                    <a:pt x="812800" y="231907"/>
                  </a:cubicBezTo>
                  <a:cubicBezTo>
                    <a:pt x="812800" y="359985"/>
                    <a:pt x="721824" y="463813"/>
                    <a:pt x="609600" y="463813"/>
                  </a:cubicBezTo>
                  <a:lnTo>
                    <a:pt x="203200" y="463813"/>
                  </a:lnTo>
                  <a:cubicBezTo>
                    <a:pt x="90976" y="463813"/>
                    <a:pt x="0" y="359985"/>
                    <a:pt x="0" y="231907"/>
                  </a:cubicBezTo>
                  <a:cubicBezTo>
                    <a:pt x="0" y="1038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812800" cy="587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79"/>
                </a:lnSpc>
              </a:pPr>
              <a:r>
                <a:rPr lang="en-US" sz="56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Start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52481" y="2619241"/>
            <a:ext cx="1098600" cy="10986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58302" y="3803566"/>
            <a:ext cx="3286959" cy="1571970"/>
            <a:chOff x="0" y="0"/>
            <a:chExt cx="965365" cy="4616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5365" cy="461681"/>
            </a:xfrm>
            <a:custGeom>
              <a:avLst/>
              <a:gdLst/>
              <a:ahLst/>
              <a:cxnLst/>
              <a:rect r="r" b="b" t="t" l="l"/>
              <a:pathLst>
                <a:path h="461681" w="965365">
                  <a:moveTo>
                    <a:pt x="203200" y="0"/>
                  </a:moveTo>
                  <a:lnTo>
                    <a:pt x="965365" y="0"/>
                  </a:lnTo>
                  <a:lnTo>
                    <a:pt x="762165" y="461681"/>
                  </a:lnTo>
                  <a:lnTo>
                    <a:pt x="0" y="46168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66675"/>
              <a:ext cx="762165" cy="528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Show Menu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52481" y="5470786"/>
            <a:ext cx="1098600" cy="10986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368" y="6664636"/>
            <a:ext cx="3286959" cy="1571970"/>
            <a:chOff x="0" y="0"/>
            <a:chExt cx="965365" cy="4616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5365" cy="461681"/>
            </a:xfrm>
            <a:custGeom>
              <a:avLst/>
              <a:gdLst/>
              <a:ahLst/>
              <a:cxnLst/>
              <a:rect r="r" b="b" t="t" l="l"/>
              <a:pathLst>
                <a:path h="461681" w="965365">
                  <a:moveTo>
                    <a:pt x="203200" y="0"/>
                  </a:moveTo>
                  <a:lnTo>
                    <a:pt x="965365" y="0"/>
                  </a:lnTo>
                  <a:lnTo>
                    <a:pt x="762165" y="461681"/>
                  </a:lnTo>
                  <a:lnTo>
                    <a:pt x="0" y="46168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47625"/>
              <a:ext cx="762165" cy="509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  Accept entered choice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43974" y="6251131"/>
            <a:ext cx="2318074" cy="231807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What’s 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the entered choice?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4795327" y="6901321"/>
            <a:ext cx="1098600" cy="10986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6653711" y="5003034"/>
            <a:ext cx="1098600" cy="1188537"/>
            <a:chOff x="0" y="0"/>
            <a:chExt cx="812800" cy="879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9340"/>
            </a:xfrm>
            <a:custGeom>
              <a:avLst/>
              <a:gdLst/>
              <a:ahLst/>
              <a:cxnLst/>
              <a:rect r="r" b="b" t="t" l="l"/>
              <a:pathLst>
                <a:path h="879340" w="812800">
                  <a:moveTo>
                    <a:pt x="406400" y="879340"/>
                  </a:moveTo>
                  <a:lnTo>
                    <a:pt x="0" y="472940"/>
                  </a:lnTo>
                  <a:lnTo>
                    <a:pt x="203200" y="47294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72940"/>
                  </a:lnTo>
                  <a:lnTo>
                    <a:pt x="812800" y="472940"/>
                  </a:lnTo>
                  <a:lnTo>
                    <a:pt x="406400" y="87934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03200" y="-38100"/>
              <a:ext cx="406400" cy="815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002794" y="2476084"/>
            <a:ext cx="2400434" cy="240043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Is the choice valid?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-5400000">
            <a:off x="6842702" y="1119277"/>
            <a:ext cx="1098600" cy="10986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5AFB5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69695" y="789001"/>
            <a:ext cx="2775356" cy="1731847"/>
            <a:chOff x="0" y="0"/>
            <a:chExt cx="730958" cy="4561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0958" cy="456124"/>
            </a:xfrm>
            <a:custGeom>
              <a:avLst/>
              <a:gdLst/>
              <a:ahLst/>
              <a:cxnLst/>
              <a:rect r="r" b="b" t="t" l="l"/>
              <a:pathLst>
                <a:path h="456124" w="730958">
                  <a:moveTo>
                    <a:pt x="0" y="0"/>
                  </a:moveTo>
                  <a:lnTo>
                    <a:pt x="730958" y="0"/>
                  </a:lnTo>
                  <a:lnTo>
                    <a:pt x="730958" y="456124"/>
                  </a:lnTo>
                  <a:lnTo>
                    <a:pt x="0" y="456124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730958" cy="522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Add Reminder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108073" y="2571616"/>
            <a:ext cx="1098600" cy="1098600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69695" y="3738939"/>
            <a:ext cx="2775356" cy="1731847"/>
            <a:chOff x="0" y="0"/>
            <a:chExt cx="730958" cy="4561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0958" cy="456124"/>
            </a:xfrm>
            <a:custGeom>
              <a:avLst/>
              <a:gdLst/>
              <a:ahLst/>
              <a:cxnLst/>
              <a:rect r="r" b="b" t="t" l="l"/>
              <a:pathLst>
                <a:path h="456124" w="730958">
                  <a:moveTo>
                    <a:pt x="0" y="0"/>
                  </a:moveTo>
                  <a:lnTo>
                    <a:pt x="730958" y="0"/>
                  </a:lnTo>
                  <a:lnTo>
                    <a:pt x="730958" y="456124"/>
                  </a:lnTo>
                  <a:lnTo>
                    <a:pt x="0" y="456124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730958" cy="522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View Reminder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108073" y="5532402"/>
            <a:ext cx="1098600" cy="1098600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240700" y="6812135"/>
            <a:ext cx="2775356" cy="1731847"/>
            <a:chOff x="0" y="0"/>
            <a:chExt cx="730958" cy="4561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0958" cy="456124"/>
            </a:xfrm>
            <a:custGeom>
              <a:avLst/>
              <a:gdLst/>
              <a:ahLst/>
              <a:cxnLst/>
              <a:rect r="r" b="b" t="t" l="l"/>
              <a:pathLst>
                <a:path h="456124" w="730958">
                  <a:moveTo>
                    <a:pt x="0" y="0"/>
                  </a:moveTo>
                  <a:lnTo>
                    <a:pt x="730958" y="0"/>
                  </a:lnTo>
                  <a:lnTo>
                    <a:pt x="730958" y="456124"/>
                  </a:lnTo>
                  <a:lnTo>
                    <a:pt x="0" y="456124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730958" cy="513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Delete Reminder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-5400000">
            <a:off x="12363214" y="6901321"/>
            <a:ext cx="1098600" cy="1098600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652313" y="6265362"/>
            <a:ext cx="2237168" cy="2237168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Do you 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want to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exit?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-10800000">
            <a:off x="14221597" y="4876518"/>
            <a:ext cx="1098600" cy="1188537"/>
            <a:chOff x="0" y="0"/>
            <a:chExt cx="812800" cy="8793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79340"/>
            </a:xfrm>
            <a:custGeom>
              <a:avLst/>
              <a:gdLst/>
              <a:ahLst/>
              <a:cxnLst/>
              <a:rect r="r" b="b" t="t" l="l"/>
              <a:pathLst>
                <a:path h="879340" w="812800">
                  <a:moveTo>
                    <a:pt x="406400" y="879340"/>
                  </a:moveTo>
                  <a:lnTo>
                    <a:pt x="0" y="472940"/>
                  </a:lnTo>
                  <a:lnTo>
                    <a:pt x="203200" y="47294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72940"/>
                  </a:lnTo>
                  <a:lnTo>
                    <a:pt x="812800" y="472940"/>
                  </a:lnTo>
                  <a:lnTo>
                    <a:pt x="406400" y="879340"/>
                  </a:lnTo>
                  <a:close/>
                </a:path>
              </a:pathLst>
            </a:custGeom>
            <a:solidFill>
              <a:srgbClr val="F9B3B5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203200" y="-38100"/>
              <a:ext cx="406400" cy="815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277351" y="2951294"/>
            <a:ext cx="2987092" cy="1704544"/>
            <a:chOff x="0" y="0"/>
            <a:chExt cx="812800" cy="46381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463813"/>
            </a:xfrm>
            <a:custGeom>
              <a:avLst/>
              <a:gdLst/>
              <a:ahLst/>
              <a:cxnLst/>
              <a:rect r="r" b="b" t="t" l="l"/>
              <a:pathLst>
                <a:path h="463813" w="812800">
                  <a:moveTo>
                    <a:pt x="609600" y="0"/>
                  </a:moveTo>
                  <a:cubicBezTo>
                    <a:pt x="721824" y="0"/>
                    <a:pt x="812800" y="103828"/>
                    <a:pt x="812800" y="231907"/>
                  </a:cubicBezTo>
                  <a:cubicBezTo>
                    <a:pt x="812800" y="359985"/>
                    <a:pt x="721824" y="463813"/>
                    <a:pt x="609600" y="463813"/>
                  </a:cubicBezTo>
                  <a:lnTo>
                    <a:pt x="203200" y="463813"/>
                  </a:lnTo>
                  <a:cubicBezTo>
                    <a:pt x="90976" y="463813"/>
                    <a:pt x="0" y="359985"/>
                    <a:pt x="0" y="231907"/>
                  </a:cubicBezTo>
                  <a:cubicBezTo>
                    <a:pt x="0" y="1038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C3C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23825"/>
              <a:ext cx="812800" cy="587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979"/>
                </a:lnSpc>
              </a:pPr>
              <a:r>
                <a:rPr lang="en-US" sz="56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Exit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5846784" y="7678058"/>
            <a:ext cx="2441216" cy="2855224"/>
          </a:xfrm>
          <a:custGeom>
            <a:avLst/>
            <a:gdLst/>
            <a:ahLst/>
            <a:cxnLst/>
            <a:rect r="r" b="b" t="t" l="l"/>
            <a:pathLst>
              <a:path h="2855224" w="2441216">
                <a:moveTo>
                  <a:pt x="0" y="0"/>
                </a:moveTo>
                <a:lnTo>
                  <a:pt x="2441216" y="0"/>
                </a:lnTo>
                <a:lnTo>
                  <a:pt x="2441216" y="2855224"/>
                </a:lnTo>
                <a:lnTo>
                  <a:pt x="0" y="2855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DAHYFRWetnA</dc:identifier>
  <dcterms:modified xsi:type="dcterms:W3CDTF">2011-08-01T06:04:30Z</dcterms:modified>
  <cp:revision>1</cp:revision>
  <dc:title>Calendar Remindeer</dc:title>
</cp:coreProperties>
</file>